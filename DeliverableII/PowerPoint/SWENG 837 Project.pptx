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1633c97d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1633c97d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e2445a35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e2445a35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1633c97d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1633c97d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e2445a355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e2445a35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1633c97d6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1633c97d6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1633c97d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1633c97d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1633c97d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91633c97d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1633c97d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1633c97d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1633c97d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1633c97d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1633c97d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1633c97d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1633c97d6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91633c97d6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1633c97d6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1633c97d6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1633c97d6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91633c97d6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1633c97d6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91633c97d6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1633c97d6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91633c97d6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1633c97d6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91633c97d6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1633c97d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91633c97d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1633c97d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91633c97d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1633c97d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91633c97d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e2445a35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ae2445a35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SWENG 837 Project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travel planner agent web application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Tanuj Rane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r>
              <a:rPr lang="en"/>
              <a:t>roblem Statement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Trip planning is challenging, time-consuming, and involves juggling: Destination, Transportation, Weather, Activities, and Budget. </a:t>
            </a:r>
            <a:r>
              <a:rPr lang="en"/>
              <a:t>Resulting</a:t>
            </a:r>
            <a:r>
              <a:rPr lang="en"/>
              <a:t> in travelers  losing confidence in plans and </a:t>
            </a:r>
            <a:r>
              <a:rPr lang="en"/>
              <a:t>choosing</a:t>
            </a:r>
            <a:r>
              <a:rPr lang="en"/>
              <a:t>  to stay home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Goal: Reduce the challenges and time spent planning a trip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Target User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Target User: Travelers or individuals planning a vacation/trip who need assistance.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</a:t>
            </a:r>
            <a:r>
              <a:rPr lang="en"/>
              <a:t>solution overview 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289200" y="1190100"/>
            <a:ext cx="8520600" cy="36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Solution: AI travel planning agent will collect data (preferences, weather, flights, POIs, costs) and generates weather- and preference-aware trip plans.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/>
        </p:nvSpPr>
        <p:spPr>
          <a:xfrm>
            <a:off x="5010700" y="1987200"/>
            <a:ext cx="2664300" cy="28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Key External Services </a:t>
            </a:r>
            <a:endParaRPr sz="1800">
              <a:solidFill>
                <a:schemeClr val="lt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</a:pPr>
            <a:r>
              <a:rPr lang="en" sz="1800">
                <a:solidFill>
                  <a:schemeClr val="lt2"/>
                </a:solidFill>
              </a:rPr>
              <a:t>MongoDB Atlas</a:t>
            </a:r>
            <a:endParaRPr sz="1800">
              <a:solidFill>
                <a:schemeClr val="lt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</a:pPr>
            <a:r>
              <a:rPr lang="en" sz="1800">
                <a:solidFill>
                  <a:schemeClr val="lt2"/>
                </a:solidFill>
              </a:rPr>
              <a:t>OpenWeather API</a:t>
            </a:r>
            <a:endParaRPr sz="1800">
              <a:solidFill>
                <a:schemeClr val="lt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</a:pPr>
            <a:r>
              <a:rPr lang="en" sz="1800">
                <a:solidFill>
                  <a:schemeClr val="lt2"/>
                </a:solidFill>
              </a:rPr>
              <a:t>Aviationstack API</a:t>
            </a:r>
            <a:endParaRPr sz="1800">
              <a:solidFill>
                <a:schemeClr val="lt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</a:pPr>
            <a:r>
              <a:rPr lang="en" sz="1800">
                <a:solidFill>
                  <a:schemeClr val="lt2"/>
                </a:solidFill>
              </a:rPr>
              <a:t>Google Maps API</a:t>
            </a:r>
            <a:endParaRPr sz="1800">
              <a:solidFill>
                <a:schemeClr val="lt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</a:pPr>
            <a:r>
              <a:rPr lang="en" sz="1800">
                <a:solidFill>
                  <a:schemeClr val="lt2"/>
                </a:solidFill>
              </a:rPr>
              <a:t>Exchange rate API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809825" y="1987200"/>
            <a:ext cx="2913300" cy="24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Tech Stack </a:t>
            </a:r>
            <a:endParaRPr sz="1800">
              <a:solidFill>
                <a:schemeClr val="lt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</a:pPr>
            <a:r>
              <a:rPr lang="en" sz="1800">
                <a:solidFill>
                  <a:schemeClr val="lt2"/>
                </a:solidFill>
              </a:rPr>
              <a:t>Frontend: React/Next.js. </a:t>
            </a:r>
            <a:endParaRPr sz="1800">
              <a:solidFill>
                <a:schemeClr val="lt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</a:pPr>
            <a:r>
              <a:rPr lang="en" sz="1800">
                <a:solidFill>
                  <a:schemeClr val="lt2"/>
                </a:solidFill>
              </a:rPr>
              <a:t>Backend: Python/FastAPI (with Lang Graph).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System </a:t>
            </a:r>
            <a:r>
              <a:rPr lang="en"/>
              <a:t>Functionalities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Authentication (Google Oauth)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User Preferences (climate, pace, activities,budget)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AI-assisted Trip Planning (analyze feasibility, summarize points).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View </a:t>
            </a:r>
            <a:r>
              <a:rPr lang="en"/>
              <a:t>weather</a:t>
            </a:r>
            <a:r>
              <a:rPr lang="en"/>
              <a:t> for the trip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Transportation</a:t>
            </a:r>
            <a:r>
              <a:rPr lang="en"/>
              <a:t>/flight (driving and </a:t>
            </a:r>
            <a:r>
              <a:rPr lang="en"/>
              <a:t>flight</a:t>
            </a:r>
            <a:r>
              <a:rPr lang="en"/>
              <a:t> option)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AI Itinerary Generation (day-by-day with explanations).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Trip Management (save, view, delete).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</a:t>
            </a:r>
            <a:r>
              <a:rPr lang="en"/>
              <a:t> </a:t>
            </a:r>
            <a:r>
              <a:rPr lang="en"/>
              <a:t>walkthrough</a:t>
            </a:r>
            <a:r>
              <a:rPr lang="en"/>
              <a:t> 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 </a:t>
            </a:r>
            <a:r>
              <a:rPr lang="en"/>
              <a:t>Diagram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3775" y="594400"/>
            <a:ext cx="3362276" cy="4336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Domain Model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6750" y="710525"/>
            <a:ext cx="5425562" cy="407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Diagram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325" y="1319350"/>
            <a:ext cx="8644977" cy="236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Diagram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5875" y="483200"/>
            <a:ext cx="3901876" cy="453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SD1 Login and logout</a:t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8925" y="797300"/>
            <a:ext cx="4528425" cy="429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SD2 Plan Trip</a:t>
            </a:r>
            <a:endParaRPr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3101" y="515800"/>
            <a:ext cx="6440900" cy="459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SD3 generate Itinerary </a:t>
            </a:r>
            <a:endParaRPr/>
          </a:p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4525" y="959571"/>
            <a:ext cx="7200425" cy="412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SD4 Managed saved Trips</a:t>
            </a:r>
            <a:endParaRPr/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6233" y="0"/>
            <a:ext cx="411578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SD5 viewpoints of interest </a:t>
            </a:r>
            <a:endParaRPr/>
          </a:p>
        </p:txBody>
      </p:sp>
      <p:sp>
        <p:nvSpPr>
          <p:cNvPr id="149" name="Google Shape;14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5100" y="972675"/>
            <a:ext cx="7740981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SD6 view weather forecasts</a:t>
            </a:r>
            <a:endParaRPr/>
          </a:p>
        </p:txBody>
      </p:sp>
      <p:sp>
        <p:nvSpPr>
          <p:cNvPr id="156" name="Google Shape;15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0650" y="1071400"/>
            <a:ext cx="7243349" cy="40217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SD7 View Transportation</a:t>
            </a:r>
            <a:endParaRPr/>
          </a:p>
        </p:txBody>
      </p:sp>
      <p:sp>
        <p:nvSpPr>
          <p:cNvPr id="163" name="Google Shape;163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0750" y="1107800"/>
            <a:ext cx="6715158" cy="3991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 </a:t>
            </a:r>
            <a:r>
              <a:rPr lang="en"/>
              <a:t>Diagram</a:t>
            </a:r>
            <a:endParaRPr/>
          </a:p>
        </p:txBody>
      </p:sp>
      <p:sp>
        <p:nvSpPr>
          <p:cNvPr id="170" name="Google Shape;17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9901" y="1017725"/>
            <a:ext cx="7418498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Deployment </a:t>
            </a:r>
            <a:r>
              <a:rPr lang="en"/>
              <a:t>Diagram</a:t>
            </a:r>
            <a:endParaRPr/>
          </a:p>
        </p:txBody>
      </p:sp>
      <p:sp>
        <p:nvSpPr>
          <p:cNvPr id="177" name="Google Shape;177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7375" y="1184050"/>
            <a:ext cx="6577251" cy="3959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</a:t>
            </a:r>
            <a:r>
              <a:rPr lang="en"/>
              <a:t>pattern</a:t>
            </a:r>
            <a:r>
              <a:rPr lang="en"/>
              <a:t> Influences</a:t>
            </a:r>
            <a:endParaRPr/>
          </a:p>
        </p:txBody>
      </p:sp>
      <p:sp>
        <p:nvSpPr>
          <p:cNvPr id="184" name="Google Shape;184;p32"/>
          <p:cNvSpPr txBox="1"/>
          <p:nvPr>
            <p:ph idx="1" type="body"/>
          </p:nvPr>
        </p:nvSpPr>
        <p:spPr>
          <a:xfrm>
            <a:off x="311700" y="1152475"/>
            <a:ext cx="4614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GRASP</a:t>
            </a:r>
            <a:endParaRPr/>
          </a:p>
          <a:p>
            <a:pPr indent="-290671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1150"/>
              <a:t>Controller: The backend uses controllers like TripController and AuthController to handle operations (e.g., planTrip, generateItinerary, login) and coordinate with the UI</a:t>
            </a:r>
            <a:r>
              <a:rPr lang="en" sz="1150"/>
              <a:t>.</a:t>
            </a:r>
            <a:endParaRPr sz="115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/>
          </a:p>
          <a:p>
            <a:pPr indent="-290671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1150"/>
              <a:t>Low coupling/ high cohesion: Each service (WeatherService, FlightService, PlanService, Currency Service) is responsible for a single external API, reducing coupling and keeping responsibilities focused.</a:t>
            </a:r>
            <a:endParaRPr sz="115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/>
          </a:p>
          <a:p>
            <a:pPr indent="-290671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1150"/>
              <a:t>Pure fabrication and indirection:</a:t>
            </a:r>
            <a:endParaRPr sz="1150"/>
          </a:p>
          <a:p>
            <a:pPr indent="-290671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150"/>
              <a:t>OpenAIService is a pure fabrication, hiding OpenAI details from the AI travel agent.</a:t>
            </a:r>
            <a:endParaRPr sz="1150"/>
          </a:p>
          <a:p>
            <a:pPr indent="-290671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150"/>
              <a:t>TripRepository and PreferenceRepository act as an indirection layer to MongoDB Atlas.</a:t>
            </a:r>
            <a:endParaRPr sz="11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2"/>
          <p:cNvSpPr txBox="1"/>
          <p:nvPr/>
        </p:nvSpPr>
        <p:spPr>
          <a:xfrm>
            <a:off x="5122525" y="1152475"/>
            <a:ext cx="3940200" cy="3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SOLID</a:t>
            </a:r>
            <a:endParaRPr sz="1800">
              <a:solidFill>
                <a:schemeClr val="lt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</a:pPr>
            <a:r>
              <a:rPr lang="en" sz="1100">
                <a:solidFill>
                  <a:schemeClr val="lt2"/>
                </a:solidFill>
              </a:rPr>
              <a:t>Single Responsibility Principle: AITravelAgent is responsible for AI reasoning using Lang Graph/OpenAI, while controllers handle HTTP, and services handle external data retrieval</a:t>
            </a:r>
            <a:endParaRPr sz="1100">
              <a:solidFill>
                <a:schemeClr val="lt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</a:pPr>
            <a:r>
              <a:rPr lang="en" sz="1100">
                <a:solidFill>
                  <a:schemeClr val="lt2"/>
                </a:solidFill>
              </a:rPr>
              <a:t>Dependency Inversion Principle: Controllers depend on services and repositories instead of concrete implementations, making it easier to test and swap APIs.</a:t>
            </a:r>
            <a:endParaRPr sz="1100">
              <a:solidFill>
                <a:schemeClr val="lt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/>
          <p:nvPr>
            <p:ph type="title"/>
          </p:nvPr>
        </p:nvSpPr>
        <p:spPr>
          <a:xfrm>
            <a:off x="311700" y="482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Time</a:t>
            </a:r>
            <a:endParaRPr/>
          </a:p>
        </p:txBody>
      </p:sp>
      <p:sp>
        <p:nvSpPr>
          <p:cNvPr id="191" name="Google Shape;191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